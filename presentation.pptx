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问题与使用者（约30秒）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Day 0：把 AI 生成的 Day 1 学习计划变成可执行、可检查、可解释的计划</a:t>
            </a:r>
          </a:p>
          <a:p>
            <a:pPr lvl="1"/>
            <a:r>
              <a:rPr sz="1600"/>
              <a:t>使用者：第一次做真实编程项目、需要知道下一步的学生小组</a:t>
            </a:r>
          </a:p>
          <a:p>
            <a:pPr lvl="1"/>
            <a:r>
              <a:rPr sz="1600"/>
              <a:t>真实输入：课程仓库 + 真实 Day 1 文件 + learning-plan.json</a:t>
            </a:r>
          </a:p>
          <a:p>
            <a:pPr lvl="1"/>
            <a:r>
              <a:rPr sz="1600"/>
              <a:t>输出：结构化的 8 阶段计划 + 能验证它的检查器</a:t>
            </a:r>
          </a:p>
          <a:p>
            <a:pPr lvl="1"/>
            <a:r>
              <a:rPr sz="1600"/>
              <a:t>最重要错误：计划引用不存在的文件、超过课时、缺关键环节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方法与基线（约45秒）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基线：直接相信智能体计划，不检查路径、时间和环节</a:t>
            </a:r>
          </a:p>
          <a:p>
            <a:pPr/>
            <a:r>
              <a:rPr sz="2000"/>
              <a:t>候选：JSON 结构化 + 测试 + 真实路径检查</a:t>
            </a:r>
          </a:p>
          <a:p>
            <a:pPr/>
            <a:r>
              <a:rPr sz="2000"/>
              <a:t>检查器两个验证函数（TODO 已完成）</a:t>
            </a:r>
          </a:p>
          <a:p>
            <a:pPr lvl="1"/>
            <a:r>
              <a:rPr sz="1600"/>
              <a:t>validate_stage：6 个必需字段、minutes 正整数、course_file 必须真实存在</a:t>
            </a:r>
          </a:p>
          <a:p>
            <a:pPr lvl="1"/>
            <a:r>
              <a:rPr sz="1600"/>
              <a:t>validate_plan：≥5 阶段、总时长 ≤180、覆盖 data/baseline/candidate/errors/finish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最重要证据（约60秒）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测试：python -m unittest discover -s tests -v → Ran 5 tests, OK</a:t>
            </a:r>
          </a:p>
          <a:p>
            <a:pPr/>
            <a:r>
              <a:rPr sz="2000"/>
              <a:t>真实计划检查：LEARNING PLAN CHECK PASSED</a:t>
            </a:r>
          </a:p>
          <a:p>
            <a:pPr lvl="1"/>
            <a:r>
              <a:rPr sz="1600"/>
              <a:t>Day: Day 1  |  Stages: 8  |  Total minutes: 180</a:t>
            </a:r>
          </a:p>
          <a:p>
            <a:pPr/>
            <a:r>
              <a:rPr sz="2000"/>
              <a:t>坏计划被拒绝：文件不存在 / 200 分钟超时 / 缺 candidate 环节</a:t>
            </a:r>
          </a:p>
          <a:p>
            <a:pPr lvl="1"/>
            <a:r>
              <a:rPr sz="1600"/>
              <a:t>证据文件：evidence/tests-output.txt、plan-check-passed.txt、bad-plan-check-output.txt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失败、限制与下一问题（约45秒）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真实失败案例：evidence/bad-plan-example.json 被检查器拒绝</a:t>
            </a:r>
          </a:p>
          <a:p>
            <a:pPr/>
            <a:r>
              <a:rPr sz="2000"/>
              <a:t>限制：检查器证明结构和路径，不证明学习顺序最优、命令安全、学生理解</a:t>
            </a:r>
          </a:p>
          <a:p>
            <a:pPr/>
            <a:r>
              <a:rPr sz="2000"/>
              <a:t>边界：AI 回答是待检查的建议，文件、测试、输出才是证据</a:t>
            </a:r>
          </a:p>
          <a:p>
            <a:pPr/>
            <a:r>
              <a:rPr sz="2000"/>
              <a:t>下一问题：逐阶段打开计划引用的课程文件并复述每一步目的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